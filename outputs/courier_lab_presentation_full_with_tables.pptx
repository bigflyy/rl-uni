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a92e2182c54ad5" /><Relationship Type="http://schemas.openxmlformats.org/officeDocument/2006/relationships/extended-properties" Target="/docProps/app.xml" Id="R48fad98e0eb04e7d" /><Relationship Type="http://schemas.openxmlformats.org/officeDocument/2006/relationships/officeDocument" Target="/ppt/presentation.xml" Id="Re8a1d27f7a37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6a75c5c8b345a4"/>
  </p:sldMasterIdLst>
  <p:notesMasterIdLst>
    <p:notesMasterId xmlns:r="http://schemas.openxmlformats.org/officeDocument/2006/relationships" r:id="R0c61214048974f63"/>
  </p:notesMasterIdLst>
  <p:sldIdLst>
    <p:sldId xmlns:r="http://schemas.openxmlformats.org/officeDocument/2006/relationships" id="256" r:id="Ra9c3a834470d4752"/>
    <p:sldId xmlns:r="http://schemas.openxmlformats.org/officeDocument/2006/relationships" id="257" r:id="R3b604882bcb34be0"/>
    <p:sldId xmlns:r="http://schemas.openxmlformats.org/officeDocument/2006/relationships" id="258" r:id="Re42b587f308048b1"/>
    <p:sldId xmlns:r="http://schemas.openxmlformats.org/officeDocument/2006/relationships" id="259" r:id="R96d67d04870749af"/>
    <p:sldId xmlns:r="http://schemas.openxmlformats.org/officeDocument/2006/relationships" id="260" r:id="R3e1a962bc2364a1a"/>
    <p:sldId xmlns:r="http://schemas.openxmlformats.org/officeDocument/2006/relationships" id="261" r:id="Re43222b645604e30"/>
    <p:sldId xmlns:r="http://schemas.openxmlformats.org/officeDocument/2006/relationships" id="262" r:id="R71527f3c01b945e1"/>
    <p:sldId xmlns:r="http://schemas.openxmlformats.org/officeDocument/2006/relationships" id="263" r:id="R16e301aa15c54460"/>
    <p:sldId xmlns:r="http://schemas.openxmlformats.org/officeDocument/2006/relationships" id="264" r:id="R84fcc2ec40204cd3"/>
    <p:sldId xmlns:r="http://schemas.openxmlformats.org/officeDocument/2006/relationships" id="265" r:id="R72c911d3ed434cbd"/>
    <p:sldId xmlns:r="http://schemas.openxmlformats.org/officeDocument/2006/relationships" id="266" r:id="R54a1569203c2469f"/>
    <p:sldId xmlns:r="http://schemas.openxmlformats.org/officeDocument/2006/relationships" id="267" r:id="R632ca6b13af14069"/>
    <p:sldId xmlns:r="http://schemas.openxmlformats.org/officeDocument/2006/relationships" id="268" r:id="Rc73c73b57e234307"/>
    <p:sldId xmlns:r="http://schemas.openxmlformats.org/officeDocument/2006/relationships" id="269" r:id="Rc68346dd194041af"/>
    <p:sldId xmlns:r="http://schemas.openxmlformats.org/officeDocument/2006/relationships" id="270" r:id="Re9f8922016a442b2"/>
    <p:sldId xmlns:r="http://schemas.openxmlformats.org/officeDocument/2006/relationships" id="271" r:id="R23a03972595c4048"/>
    <p:sldId xmlns:r="http://schemas.openxmlformats.org/officeDocument/2006/relationships" id="272" r:id="R8834787892a24be2"/>
    <p:sldId xmlns:r="http://schemas.openxmlformats.org/officeDocument/2006/relationships" id="273" r:id="Rf3663f2eb6ed47ac"/>
    <p:sldId xmlns:r="http://schemas.openxmlformats.org/officeDocument/2006/relationships" id="274" r:id="Rf94024ce40304bd3"/>
    <p:sldId xmlns:r="http://schemas.openxmlformats.org/officeDocument/2006/relationships" id="275" r:id="Rd3d80d31735246ab"/>
    <p:sldId xmlns:r="http://schemas.openxmlformats.org/officeDocument/2006/relationships" id="276" r:id="R371f8c59f96d4c85"/>
    <p:sldId xmlns:r="http://schemas.openxmlformats.org/officeDocument/2006/relationships" id="277" r:id="R38ec24e1048449bb"/>
    <p:sldId xmlns:r="http://schemas.openxmlformats.org/officeDocument/2006/relationships" id="278" r:id="R63439279cd044a44"/>
    <p:sldId xmlns:r="http://schemas.openxmlformats.org/officeDocument/2006/relationships" id="279" r:id="R5bbc55f93c7a4b62"/>
    <p:sldId xmlns:r="http://schemas.openxmlformats.org/officeDocument/2006/relationships" id="280" r:id="Rf1b955253b3e4c32"/>
    <p:sldId xmlns:r="http://schemas.openxmlformats.org/officeDocument/2006/relationships" id="281" r:id="Rc6b5157ede2246d1"/>
    <p:sldId xmlns:r="http://schemas.openxmlformats.org/officeDocument/2006/relationships" id="282" r:id="R71eec9f3dc1d4902"/>
    <p:sldId xmlns:r="http://schemas.openxmlformats.org/officeDocument/2006/relationships" id="283" r:id="R6ab98e3f4c6a4082"/>
    <p:sldId xmlns:r="http://schemas.openxmlformats.org/officeDocument/2006/relationships" id="284" r:id="R67b7f7e836ef44e7"/>
    <p:sldId xmlns:r="http://schemas.openxmlformats.org/officeDocument/2006/relationships" id="285" r:id="Re4ce6b59777943c2"/>
    <p:sldId xmlns:r="http://schemas.openxmlformats.org/officeDocument/2006/relationships" id="286" r:id="Re1b804726c9e40d2"/>
    <p:sldId xmlns:r="http://schemas.openxmlformats.org/officeDocument/2006/relationships" id="287" r:id="Rfcb1c378c31f487c"/>
    <p:sldId xmlns:r="http://schemas.openxmlformats.org/officeDocument/2006/relationships" id="288" r:id="R934154421cf84d82"/>
    <p:sldId xmlns:r="http://schemas.openxmlformats.org/officeDocument/2006/relationships" id="289" r:id="R6d41e89244bb4757"/>
    <p:sldId xmlns:r="http://schemas.openxmlformats.org/officeDocument/2006/relationships" id="290" r:id="R0da6008e08ed4593"/>
    <p:sldId xmlns:r="http://schemas.openxmlformats.org/officeDocument/2006/relationships" id="291" r:id="R2a5399a7bfeb4a9a"/>
    <p:sldId xmlns:r="http://schemas.openxmlformats.org/officeDocument/2006/relationships" id="292" r:id="R3244bb0b2d384a29"/>
    <p:sldId xmlns:r="http://schemas.openxmlformats.org/officeDocument/2006/relationships" id="293" r:id="R017d0f2edfac44dd"/>
    <p:sldId xmlns:r="http://schemas.openxmlformats.org/officeDocument/2006/relationships" id="294" r:id="R8364ad677e9e414f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353908e65427b" /><Relationship Type="http://schemas.openxmlformats.org/officeDocument/2006/relationships/slideMaster" Target="/ppt/slideMasters/slideMaster1.xml" Id="R056a75c5c8b345a4" /><Relationship Type="http://schemas.openxmlformats.org/officeDocument/2006/relationships/notesMaster" Target="/ppt/notesMasters/notesMaster1.xml" Id="R0c61214048974f63" /><Relationship Type="http://schemas.openxmlformats.org/officeDocument/2006/relationships/presProps" Target="/ppt/presProps.xml" Id="Rff5b340c28f048a4" /><Relationship Type="http://schemas.openxmlformats.org/officeDocument/2006/relationships/viewProps" Target="/ppt/viewProps.xml" Id="R2ad838a733a14e2b" /><Relationship Type="http://schemas.openxmlformats.org/officeDocument/2006/relationships/tableStyles" Target="/ppt/tableStyles.xml" Id="Ra89fae4570b24fea" /><Relationship Type="http://schemas.openxmlformats.org/officeDocument/2006/relationships/slide" Target="/ppt/slides/slide1.xml" Id="Ra9c3a834470d4752" /><Relationship Type="http://schemas.openxmlformats.org/officeDocument/2006/relationships/slide" Target="/ppt/slides/slide2.xml" Id="R3b604882bcb34be0" /><Relationship Type="http://schemas.openxmlformats.org/officeDocument/2006/relationships/slide" Target="/ppt/slides/slide3.xml" Id="Re42b587f308048b1" /><Relationship Type="http://schemas.openxmlformats.org/officeDocument/2006/relationships/slide" Target="/ppt/slides/slide4.xml" Id="R96d67d04870749af" /><Relationship Type="http://schemas.openxmlformats.org/officeDocument/2006/relationships/slide" Target="/ppt/slides/slide5.xml" Id="R3e1a962bc2364a1a" /><Relationship Type="http://schemas.openxmlformats.org/officeDocument/2006/relationships/slide" Target="/ppt/slides/slide6.xml" Id="Re43222b645604e30" /><Relationship Type="http://schemas.openxmlformats.org/officeDocument/2006/relationships/slide" Target="/ppt/slides/slide7.xml" Id="R71527f3c01b945e1" /><Relationship Type="http://schemas.openxmlformats.org/officeDocument/2006/relationships/slide" Target="/ppt/slides/slide8.xml" Id="R16e301aa15c54460" /><Relationship Type="http://schemas.openxmlformats.org/officeDocument/2006/relationships/slide" Target="/ppt/slides/slide9.xml" Id="R84fcc2ec40204cd3" /><Relationship Type="http://schemas.openxmlformats.org/officeDocument/2006/relationships/slide" Target="/ppt/slides/slide10.xml" Id="R72c911d3ed434cbd" /><Relationship Type="http://schemas.openxmlformats.org/officeDocument/2006/relationships/slide" Target="/ppt/slides/slide11.xml" Id="R54a1569203c2469f" /><Relationship Type="http://schemas.openxmlformats.org/officeDocument/2006/relationships/slide" Target="/ppt/slides/slide12.xml" Id="R632ca6b13af14069" /><Relationship Type="http://schemas.openxmlformats.org/officeDocument/2006/relationships/slide" Target="/ppt/slides/slide13.xml" Id="Rc73c73b57e234307" /><Relationship Type="http://schemas.openxmlformats.org/officeDocument/2006/relationships/slide" Target="/ppt/slides/slide14.xml" Id="Rc68346dd194041af" /><Relationship Type="http://schemas.openxmlformats.org/officeDocument/2006/relationships/slide" Target="/ppt/slides/slide15.xml" Id="Re9f8922016a442b2" /><Relationship Type="http://schemas.openxmlformats.org/officeDocument/2006/relationships/slide" Target="/ppt/slides/slide16.xml" Id="R23a03972595c4048" /><Relationship Type="http://schemas.openxmlformats.org/officeDocument/2006/relationships/slide" Target="/ppt/slides/slide17.xml" Id="R8834787892a24be2" /><Relationship Type="http://schemas.openxmlformats.org/officeDocument/2006/relationships/slide" Target="/ppt/slides/slide18.xml" Id="Rf3663f2eb6ed47ac" /><Relationship Type="http://schemas.openxmlformats.org/officeDocument/2006/relationships/slide" Target="/ppt/slides/slide19.xml" Id="Rf94024ce40304bd3" /><Relationship Type="http://schemas.openxmlformats.org/officeDocument/2006/relationships/slide" Target="/ppt/slides/slide20.xml" Id="Rd3d80d31735246ab" /><Relationship Type="http://schemas.openxmlformats.org/officeDocument/2006/relationships/slide" Target="/ppt/slides/slide21.xml" Id="R371f8c59f96d4c85" /><Relationship Type="http://schemas.openxmlformats.org/officeDocument/2006/relationships/slide" Target="/ppt/slides/slide22.xml" Id="R38ec24e1048449bb" /><Relationship Type="http://schemas.openxmlformats.org/officeDocument/2006/relationships/slide" Target="/ppt/slides/slide23.xml" Id="R63439279cd044a44" /><Relationship Type="http://schemas.openxmlformats.org/officeDocument/2006/relationships/slide" Target="/ppt/slides/slide24.xml" Id="R5bbc55f93c7a4b62" /><Relationship Type="http://schemas.openxmlformats.org/officeDocument/2006/relationships/slide" Target="/ppt/slides/slide25.xml" Id="Rf1b955253b3e4c32" /><Relationship Type="http://schemas.openxmlformats.org/officeDocument/2006/relationships/slide" Target="/ppt/slides/slide26.xml" Id="Rc6b5157ede2246d1" /><Relationship Type="http://schemas.openxmlformats.org/officeDocument/2006/relationships/slide" Target="/ppt/slides/slide27.xml" Id="R71eec9f3dc1d4902" /><Relationship Type="http://schemas.openxmlformats.org/officeDocument/2006/relationships/slide" Target="/ppt/slides/slide28.xml" Id="R6ab98e3f4c6a4082" /><Relationship Type="http://schemas.openxmlformats.org/officeDocument/2006/relationships/slide" Target="/ppt/slides/slide29.xml" Id="R67b7f7e836ef44e7" /><Relationship Type="http://schemas.openxmlformats.org/officeDocument/2006/relationships/slide" Target="/ppt/slides/slide30.xml" Id="Re4ce6b59777943c2" /><Relationship Type="http://schemas.openxmlformats.org/officeDocument/2006/relationships/slide" Target="/ppt/slides/slide31.xml" Id="Re1b804726c9e40d2" /><Relationship Type="http://schemas.openxmlformats.org/officeDocument/2006/relationships/slide" Target="/ppt/slides/slide32.xml" Id="Rfcb1c378c31f487c" /><Relationship Type="http://schemas.openxmlformats.org/officeDocument/2006/relationships/slide" Target="/ppt/slides/slide33.xml" Id="R934154421cf84d82" /><Relationship Type="http://schemas.openxmlformats.org/officeDocument/2006/relationships/slide" Target="/ppt/slides/slide34.xml" Id="R6d41e89244bb4757" /><Relationship Type="http://schemas.openxmlformats.org/officeDocument/2006/relationships/slide" Target="/ppt/slides/slide35.xml" Id="R0da6008e08ed4593" /><Relationship Type="http://schemas.openxmlformats.org/officeDocument/2006/relationships/slide" Target="/ppt/slides/slide36.xml" Id="R2a5399a7bfeb4a9a" /><Relationship Type="http://schemas.openxmlformats.org/officeDocument/2006/relationships/slide" Target="/ppt/slides/slide37.xml" Id="R3244bb0b2d384a29" /><Relationship Type="http://schemas.openxmlformats.org/officeDocument/2006/relationships/slide" Target="/ppt/slides/slide38.xml" Id="R017d0f2edfac44dd" /><Relationship Type="http://schemas.openxmlformats.org/officeDocument/2006/relationships/slide" Target="/ppt/slides/slide39.xml" Id="R8364ad677e9e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1262730ef74b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814c5cd88047e7" /><Relationship Type="http://schemas.openxmlformats.org/officeDocument/2006/relationships/notesMaster" Target="/ppt/notesMasters/notesMaster1.xml" Id="Ra8506223a15f4d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ebdb0155e40a9" /><Relationship Type="http://schemas.openxmlformats.org/officeDocument/2006/relationships/notesMaster" Target="/ppt/notesMasters/notesMaster1.xml" Id="R0c7145fc1ce048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4de0209a784d93" /><Relationship Type="http://schemas.openxmlformats.org/officeDocument/2006/relationships/notesMaster" Target="/ppt/notesMasters/notesMaster1.xml" Id="R5117c6e28ec847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87c4609fc7404a" /><Relationship Type="http://schemas.openxmlformats.org/officeDocument/2006/relationships/notesMaster" Target="/ppt/notesMasters/notesMaster1.xml" Id="Rd7992884c52f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e401bc535244ef" /><Relationship Type="http://schemas.openxmlformats.org/officeDocument/2006/relationships/notesMaster" Target="/ppt/notesMasters/notesMaster1.xml" Id="R80cce818f5a441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c8b50f63234f76" /><Relationship Type="http://schemas.openxmlformats.org/officeDocument/2006/relationships/notesMaster" Target="/ppt/notesMasters/notesMaster1.xml" Id="Rb8a99c2c5e044d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18e5d6f0184496" /><Relationship Type="http://schemas.openxmlformats.org/officeDocument/2006/relationships/notesMaster" Target="/ppt/notesMasters/notesMaster1.xml" Id="R50438df8393447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a8a22463074235" /><Relationship Type="http://schemas.openxmlformats.org/officeDocument/2006/relationships/notesMaster" Target="/ppt/notesMasters/notesMaster1.xml" Id="R5504129d508047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d7635621024928" /><Relationship Type="http://schemas.openxmlformats.org/officeDocument/2006/relationships/notesMaster" Target="/ppt/notesMasters/notesMaster1.xml" Id="Ra8e5862d063046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29cc44dc0c49a0" /><Relationship Type="http://schemas.openxmlformats.org/officeDocument/2006/relationships/notesMaster" Target="/ppt/notesMasters/notesMaster1.xml" Id="Rf32aeea4815446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6bc12e29424898" /><Relationship Type="http://schemas.openxmlformats.org/officeDocument/2006/relationships/notesMaster" Target="/ppt/notesMasters/notesMaster1.xml" Id="R333900bfd77c48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64e17b4cf64316" /><Relationship Type="http://schemas.openxmlformats.org/officeDocument/2006/relationships/notesMaster" Target="/ppt/notesMasters/notesMaster1.xml" Id="Ra7abd41ca1bd49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0f24e35e55466c" /><Relationship Type="http://schemas.openxmlformats.org/officeDocument/2006/relationships/notesMaster" Target="/ppt/notesMasters/notesMaster1.xml" Id="Rb6225ef72a6a4d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403d65d9094254" /><Relationship Type="http://schemas.openxmlformats.org/officeDocument/2006/relationships/notesMaster" Target="/ppt/notesMasters/notesMaster1.xml" Id="Rd35dc8a797db42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29317923c04c13" /><Relationship Type="http://schemas.openxmlformats.org/officeDocument/2006/relationships/notesMaster" Target="/ppt/notesMasters/notesMaster1.xml" Id="R3babfa6a128848f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9898b3f55c4544" /><Relationship Type="http://schemas.openxmlformats.org/officeDocument/2006/relationships/notesMaster" Target="/ppt/notesMasters/notesMaster1.xml" Id="R72543f7aa5a143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e822e4350241e9" /><Relationship Type="http://schemas.openxmlformats.org/officeDocument/2006/relationships/notesMaster" Target="/ppt/notesMasters/notesMaster1.xml" Id="R57ee618b5c9f43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29d5c3369344f3" /><Relationship Type="http://schemas.openxmlformats.org/officeDocument/2006/relationships/notesMaster" Target="/ppt/notesMasters/notesMaster1.xml" Id="R802ec8b858cf497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947fbd79664ae7" /><Relationship Type="http://schemas.openxmlformats.org/officeDocument/2006/relationships/notesMaster" Target="/ppt/notesMasters/notesMaster1.xml" Id="Rcc9eded333f84a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f42c4a8f174129" /><Relationship Type="http://schemas.openxmlformats.org/officeDocument/2006/relationships/notesMaster" Target="/ppt/notesMasters/notesMaster1.xml" Id="R4bf3a88feb434b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e7e024482db462e" /><Relationship Type="http://schemas.openxmlformats.org/officeDocument/2006/relationships/notesMaster" Target="/ppt/notesMasters/notesMaster1.xml" Id="R2cd4de05e938453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14c1794f674584" /><Relationship Type="http://schemas.openxmlformats.org/officeDocument/2006/relationships/notesMaster" Target="/ppt/notesMasters/notesMaster1.xml" Id="R144bf32651014d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994bd2eefe4bc7" /><Relationship Type="http://schemas.openxmlformats.org/officeDocument/2006/relationships/notesMaster" Target="/ppt/notesMasters/notesMaster1.xml" Id="R6e756b8cfaa943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d929cd44d7047f8" /><Relationship Type="http://schemas.openxmlformats.org/officeDocument/2006/relationships/notesMaster" Target="/ppt/notesMasters/notesMaster1.xml" Id="Rda56e3526c4e4a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f9a59b75dd4dc4" /><Relationship Type="http://schemas.openxmlformats.org/officeDocument/2006/relationships/notesMaster" Target="/ppt/notesMasters/notesMaster1.xml" Id="R4f47e9c98b9e411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a85860ea51744d0" /><Relationship Type="http://schemas.openxmlformats.org/officeDocument/2006/relationships/notesMaster" Target="/ppt/notesMasters/notesMaster1.xml" Id="Racc7cca07d1e432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36333479cd4feb" /><Relationship Type="http://schemas.openxmlformats.org/officeDocument/2006/relationships/notesMaster" Target="/ppt/notesMasters/notesMaster1.xml" Id="R884141ff421641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985938d9e14f46" /><Relationship Type="http://schemas.openxmlformats.org/officeDocument/2006/relationships/notesMaster" Target="/ppt/notesMasters/notesMaster1.xml" Id="R1410430cf279443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837c2e7d60a4d81" /><Relationship Type="http://schemas.openxmlformats.org/officeDocument/2006/relationships/notesMaster" Target="/ppt/notesMasters/notesMaster1.xml" Id="R31d3bc291dff47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54c4f0a8b254c8b" /><Relationship Type="http://schemas.openxmlformats.org/officeDocument/2006/relationships/notesMaster" Target="/ppt/notesMasters/notesMaster1.xml" Id="R085379b237d244f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a1d9d80a334033" /><Relationship Type="http://schemas.openxmlformats.org/officeDocument/2006/relationships/notesMaster" Target="/ppt/notesMasters/notesMaster1.xml" Id="R243069ca43c24c2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032dd18fabc4ce8" /><Relationship Type="http://schemas.openxmlformats.org/officeDocument/2006/relationships/notesMaster" Target="/ppt/notesMasters/notesMaster1.xml" Id="R5dc504effd894d3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f4161c4b7fd4af5" /><Relationship Type="http://schemas.openxmlformats.org/officeDocument/2006/relationships/notesMaster" Target="/ppt/notesMasters/notesMaster1.xml" Id="Rd00af9017b7e4a3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4060cb34be548a0" /><Relationship Type="http://schemas.openxmlformats.org/officeDocument/2006/relationships/notesMaster" Target="/ppt/notesMasters/notesMaster1.xml" Id="R0ed90444fac34a2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0f00766ff6944bb" /><Relationship Type="http://schemas.openxmlformats.org/officeDocument/2006/relationships/notesMaster" Target="/ppt/notesMasters/notesMaster1.xml" Id="Rf76318b3a212411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65de2f58d6a4a1d" /><Relationship Type="http://schemas.openxmlformats.org/officeDocument/2006/relationships/notesMaster" Target="/ppt/notesMasters/notesMaster1.xml" Id="R871218e0b1394f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63dac2d48c0498b" /><Relationship Type="http://schemas.openxmlformats.org/officeDocument/2006/relationships/notesMaster" Target="/ppt/notesMasters/notesMaster1.xml" Id="Rad5be362983b42a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4d3916df2804e15" /><Relationship Type="http://schemas.openxmlformats.org/officeDocument/2006/relationships/notesMaster" Target="/ppt/notesMasters/notesMaster1.xml" Id="Rd27ecf4fba36482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422b5fecbdb4358" /><Relationship Type="http://schemas.openxmlformats.org/officeDocument/2006/relationships/notesMaster" Target="/ppt/notesMasters/notesMaster1.xml" Id="Rada9b65702c94f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bc2f924a242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90af24b944406" /><Relationship Type="http://schemas.openxmlformats.org/officeDocument/2006/relationships/slideLayout" Target="/ppt/slideLayouts/slideLayout1.xml" Id="Rfb8506c97f904c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8506c97f904c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dc35a1874d95" /><Relationship Type="http://schemas.openxmlformats.org/officeDocument/2006/relationships/notesSlide" Target="/ppt/notesSlides/notesSlide1.xml" Id="R0e9e57a47a1b4f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e730fc6984b6a" /><Relationship Type="http://schemas.openxmlformats.org/officeDocument/2006/relationships/notesSlide" Target="/ppt/notesSlides/notesSlide2.xml" Id="Rf8432bca1acf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f23d5911a4a9b" /><Relationship Type="http://schemas.openxmlformats.org/officeDocument/2006/relationships/image" Target="/ppt/media/image.png" Id="R03e9a54c317a43d9" /><Relationship Type="http://schemas.openxmlformats.org/officeDocument/2006/relationships/image" Target="/ppt/media/image2.png" Id="R7fa1617e6143429b" /><Relationship Type="http://schemas.openxmlformats.org/officeDocument/2006/relationships/notesSlide" Target="/ppt/notesSlides/notesSlide3.xml" Id="R1ecdcd1f7e4e40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fedf008aa4606" /><Relationship Type="http://schemas.openxmlformats.org/officeDocument/2006/relationships/image" Target="/ppt/media/image3.png" Id="R0ee1f053e6754098" /><Relationship Type="http://schemas.openxmlformats.org/officeDocument/2006/relationships/notesSlide" Target="/ppt/notesSlides/notesSlide4.xml" Id="Rf5100aefa5bd4b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7bc965b884f50" /><Relationship Type="http://schemas.openxmlformats.org/officeDocument/2006/relationships/image" Target="/ppt/media/image.gif" Id="Re6e97d3779a64d5a" /><Relationship Type="http://schemas.openxmlformats.org/officeDocument/2006/relationships/notesSlide" Target="/ppt/notesSlides/notesSlide5.xml" Id="Rb334bd2a392c41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c22e5c2014d63" /><Relationship Type="http://schemas.openxmlformats.org/officeDocument/2006/relationships/image" Target="/ppt/media/image2.gif" Id="R7f021240e353461d" /><Relationship Type="http://schemas.openxmlformats.org/officeDocument/2006/relationships/notesSlide" Target="/ppt/notesSlides/notesSlide6.xml" Id="R679e74f7be1542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797f31bac44fe" /><Relationship Type="http://schemas.openxmlformats.org/officeDocument/2006/relationships/image" Target="/ppt/media/image3.gif" Id="R1be2ba2fd0f14ca6" /><Relationship Type="http://schemas.openxmlformats.org/officeDocument/2006/relationships/notesSlide" Target="/ppt/notesSlides/notesSlide7.xml" Id="R6b4f5afa772c48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17880b2a04f17" /><Relationship Type="http://schemas.openxmlformats.org/officeDocument/2006/relationships/image" Target="/ppt/media/image4.gif" Id="R6683d2534c5b466b" /><Relationship Type="http://schemas.openxmlformats.org/officeDocument/2006/relationships/notesSlide" Target="/ppt/notesSlides/notesSlide8.xml" Id="R78df237df0cf44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e9a7e4fb54f96" /><Relationship Type="http://schemas.openxmlformats.org/officeDocument/2006/relationships/image" Target="/ppt/media/image5.gif" Id="R5c093bbdbce644ab" /><Relationship Type="http://schemas.openxmlformats.org/officeDocument/2006/relationships/notesSlide" Target="/ppt/notesSlides/notesSlide9.xml" Id="R77230639ee7f42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77daf6a45460d" /><Relationship Type="http://schemas.openxmlformats.org/officeDocument/2006/relationships/image" Target="/ppt/media/image6.gif" Id="R2fc5845027b542e7" /><Relationship Type="http://schemas.openxmlformats.org/officeDocument/2006/relationships/notesSlide" Target="/ppt/notesSlides/notesSlide10.xml" Id="Rd599bf326e3242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b4a2f757b41f7" /><Relationship Type="http://schemas.openxmlformats.org/officeDocument/2006/relationships/image" Target="/ppt/media/image7.gif" Id="R7f8cbc97264f4c64" /><Relationship Type="http://schemas.openxmlformats.org/officeDocument/2006/relationships/notesSlide" Target="/ppt/notesSlides/notesSlide11.xml" Id="Rebea575dfca34d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41adf49524f1b" /><Relationship Type="http://schemas.openxmlformats.org/officeDocument/2006/relationships/notesSlide" Target="/ppt/notesSlides/notesSlide12.xml" Id="R2d22f5db0cb54b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aac6bfc3240de" /><Relationship Type="http://schemas.openxmlformats.org/officeDocument/2006/relationships/image" Target="/ppt/media/image4.png" Id="R121da7a602b84998" /><Relationship Type="http://schemas.openxmlformats.org/officeDocument/2006/relationships/notesSlide" Target="/ppt/notesSlides/notesSlide13.xml" Id="R3d384983e8b34e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f15dd3410476b" /><Relationship Type="http://schemas.openxmlformats.org/officeDocument/2006/relationships/image" Target="/ppt/media/image5.png" Id="R71369dedfb3541ad" /><Relationship Type="http://schemas.openxmlformats.org/officeDocument/2006/relationships/notesSlide" Target="/ppt/notesSlides/notesSlide14.xml" Id="Raaf87f9d2d694a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4fc7dc2d34e92" /><Relationship Type="http://schemas.openxmlformats.org/officeDocument/2006/relationships/image" Target="/ppt/media/image6.png" Id="R6f757b0b2c464f3c" /><Relationship Type="http://schemas.openxmlformats.org/officeDocument/2006/relationships/notesSlide" Target="/ppt/notesSlides/notesSlide15.xml" Id="R36e5e04ae5f047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59a5c7ce941f4" /><Relationship Type="http://schemas.openxmlformats.org/officeDocument/2006/relationships/image" Target="/ppt/media/image7.png" Id="Rb68823959cac4a5f" /><Relationship Type="http://schemas.openxmlformats.org/officeDocument/2006/relationships/notesSlide" Target="/ppt/notesSlides/notesSlide16.xml" Id="R7d45a200c3174e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0606245cb4194" /><Relationship Type="http://schemas.openxmlformats.org/officeDocument/2006/relationships/image" Target="/ppt/media/image8.png" Id="Raae8134cb9114b8a" /><Relationship Type="http://schemas.openxmlformats.org/officeDocument/2006/relationships/notesSlide" Target="/ppt/notesSlides/notesSlide17.xml" Id="R6397db8d65e14f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67e7a5b424b17" /><Relationship Type="http://schemas.openxmlformats.org/officeDocument/2006/relationships/image" Target="/ppt/media/image9.png" Id="Rae91a7d14e454eb6" /><Relationship Type="http://schemas.openxmlformats.org/officeDocument/2006/relationships/notesSlide" Target="/ppt/notesSlides/notesSlide18.xml" Id="R141723f1ceec466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7b1abba574cc2" /><Relationship Type="http://schemas.openxmlformats.org/officeDocument/2006/relationships/image" Target="/ppt/media/image10.png" Id="R54f36f7a9ac642f5" /><Relationship Type="http://schemas.openxmlformats.org/officeDocument/2006/relationships/notesSlide" Target="/ppt/notesSlides/notesSlide19.xml" Id="Ra9ba5a1b9b4540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b8c018a542e9" /><Relationship Type="http://schemas.openxmlformats.org/officeDocument/2006/relationships/image" Target="/ppt/media/image11.png" Id="R2b6e27d7731641e0" /><Relationship Type="http://schemas.openxmlformats.org/officeDocument/2006/relationships/notesSlide" Target="/ppt/notesSlides/notesSlide20.xml" Id="Ra0051c7cc0054b6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dcf69726e41d4" /><Relationship Type="http://schemas.openxmlformats.org/officeDocument/2006/relationships/image" Target="/ppt/media/image12.png" Id="R89eed056f5d34164" /><Relationship Type="http://schemas.openxmlformats.org/officeDocument/2006/relationships/notesSlide" Target="/ppt/notesSlides/notesSlide21.xml" Id="Rbf56641b217b4f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04940cee14058" /><Relationship Type="http://schemas.openxmlformats.org/officeDocument/2006/relationships/image" Target="/ppt/media/image13.png" Id="R58b15f4d1dd84ec5" /><Relationship Type="http://schemas.openxmlformats.org/officeDocument/2006/relationships/notesSlide" Target="/ppt/notesSlides/notesSlide22.xml" Id="R60aede941f0b43e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fdd1bc6d540c5" /><Relationship Type="http://schemas.openxmlformats.org/officeDocument/2006/relationships/image" Target="/ppt/media/image14.png" Id="R1b37988d45a244af" /><Relationship Type="http://schemas.openxmlformats.org/officeDocument/2006/relationships/notesSlide" Target="/ppt/notesSlides/notesSlide23.xml" Id="R51b4483148404b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473d3cd034348" /><Relationship Type="http://schemas.openxmlformats.org/officeDocument/2006/relationships/image" Target="/ppt/media/image15.png" Id="Rbf00ebc3cb0a4017" /><Relationship Type="http://schemas.openxmlformats.org/officeDocument/2006/relationships/notesSlide" Target="/ppt/notesSlides/notesSlide24.xml" Id="R6b2dd699360c4c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cd742c8694739" /><Relationship Type="http://schemas.openxmlformats.org/officeDocument/2006/relationships/image" Target="/ppt/media/image16.png" Id="R24e9b0708b23429e" /><Relationship Type="http://schemas.openxmlformats.org/officeDocument/2006/relationships/notesSlide" Target="/ppt/notesSlides/notesSlide25.xml" Id="Ra4fbda050df1440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55a83b90d4f12" /><Relationship Type="http://schemas.openxmlformats.org/officeDocument/2006/relationships/image" Target="/ppt/media/image17.png" Id="R7e563731f4ec41e9" /><Relationship Type="http://schemas.openxmlformats.org/officeDocument/2006/relationships/notesSlide" Target="/ppt/notesSlides/notesSlide26.xml" Id="R77220b0bba1345c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b79a6bfb94d08" /><Relationship Type="http://schemas.openxmlformats.org/officeDocument/2006/relationships/image" Target="/ppt/media/image18.png" Id="Rda4768757f004f09" /><Relationship Type="http://schemas.openxmlformats.org/officeDocument/2006/relationships/notesSlide" Target="/ppt/notesSlides/notesSlide27.xml" Id="Rbf01e9d1c9a342a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bb8c3b6a04b8e" /><Relationship Type="http://schemas.openxmlformats.org/officeDocument/2006/relationships/image" Target="/ppt/media/image19.png" Id="R5345d694513949d1" /><Relationship Type="http://schemas.openxmlformats.org/officeDocument/2006/relationships/notesSlide" Target="/ppt/notesSlides/notesSlide28.xml" Id="R709979ae33314d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6545f192a4564" /><Relationship Type="http://schemas.openxmlformats.org/officeDocument/2006/relationships/image" Target="/ppt/media/image20.png" Id="R969fea8fb1594805" /><Relationship Type="http://schemas.openxmlformats.org/officeDocument/2006/relationships/notesSlide" Target="/ppt/notesSlides/notesSlide29.xml" Id="Rb5d729e7168849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e2cea6a314387" /><Relationship Type="http://schemas.openxmlformats.org/officeDocument/2006/relationships/image" Target="/ppt/media/image21.png" Id="R08306ba3d3154479" /><Relationship Type="http://schemas.openxmlformats.org/officeDocument/2006/relationships/notesSlide" Target="/ppt/notesSlides/notesSlide30.xml" Id="R412d8aab9bd342b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d125f91094ff1" /><Relationship Type="http://schemas.openxmlformats.org/officeDocument/2006/relationships/image" Target="/ppt/media/image22.png" Id="R6abc5c48ac3247fa" /><Relationship Type="http://schemas.openxmlformats.org/officeDocument/2006/relationships/notesSlide" Target="/ppt/notesSlides/notesSlide31.xml" Id="R3d19d86467ac497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bbd92394c4e93" /><Relationship Type="http://schemas.openxmlformats.org/officeDocument/2006/relationships/image" Target="/ppt/media/image23.png" Id="R99edb09febcc4a4e" /><Relationship Type="http://schemas.openxmlformats.org/officeDocument/2006/relationships/notesSlide" Target="/ppt/notesSlides/notesSlide32.xml" Id="Rde04b1fe0086435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fd3e39e6d411e" /><Relationship Type="http://schemas.openxmlformats.org/officeDocument/2006/relationships/image" Target="/ppt/media/image24.png" Id="R29f91bc92d2c4af4" /><Relationship Type="http://schemas.openxmlformats.org/officeDocument/2006/relationships/notesSlide" Target="/ppt/notesSlides/notesSlide33.xml" Id="Rd7eb6bc30eda4ac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bfce9f0304565" /><Relationship Type="http://schemas.openxmlformats.org/officeDocument/2006/relationships/image" Target="/ppt/media/image25.png" Id="Rf5fecff8b7ec423e" /><Relationship Type="http://schemas.openxmlformats.org/officeDocument/2006/relationships/notesSlide" Target="/ppt/notesSlides/notesSlide34.xml" Id="Rad239967682b4fc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9aaafa12843f9" /><Relationship Type="http://schemas.openxmlformats.org/officeDocument/2006/relationships/image" Target="/ppt/media/image26.png" Id="Ra35252703cc24655" /><Relationship Type="http://schemas.openxmlformats.org/officeDocument/2006/relationships/notesSlide" Target="/ppt/notesSlides/notesSlide35.xml" Id="R703efc9956d046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5d03b55c94047" /><Relationship Type="http://schemas.openxmlformats.org/officeDocument/2006/relationships/image" Target="/ppt/media/image27.png" Id="R692814d2df884585" /><Relationship Type="http://schemas.openxmlformats.org/officeDocument/2006/relationships/notesSlide" Target="/ppt/notesSlides/notesSlide36.xml" Id="R652cc6c0ab3e48f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2b4d5799c4302" /><Relationship Type="http://schemas.openxmlformats.org/officeDocument/2006/relationships/image" Target="/ppt/media/image28.png" Id="R74d3fdd3bd354ce4" /><Relationship Type="http://schemas.openxmlformats.org/officeDocument/2006/relationships/notesSlide" Target="/ppt/notesSlides/notesSlide37.xml" Id="R20cb5085d45740d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d58167824728" /><Relationship Type="http://schemas.openxmlformats.org/officeDocument/2006/relationships/image" Target="/ppt/media/image29.png" Id="R166a75cc520c46bc" /><Relationship Type="http://schemas.openxmlformats.org/officeDocument/2006/relationships/notesSlide" Target="/ppt/notesSlides/notesSlide38.xml" Id="R6ff2cbebd4ae427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fb0124e67401c" /><Relationship Type="http://schemas.openxmlformats.org/officeDocument/2006/relationships/notesSlide" Target="/ppt/notesSlides/notesSlide39.xml" Id="R38a050fac0d741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D54F34C7-180A-4399-97D9-70EC888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1343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Разработка среды с неопределенностью</a:t>
            </a:r>
          </a:p>
        </p:txBody>
      </p:sp>
    </p:spTree>
    <p:extLst>
      <p:ext uri="{BB962C8B-B14F-4D97-AF65-F5344CB8AC3E}">
        <p14:creationId xmlns:p14="http://schemas.microsoft.com/office/powerpoint/2010/main" val="1851706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C07B5130-F7FA-4E81-82BC-E7A06723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Стратегии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0294F4C3-6BA1-46C1-842D-55C72B20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D60EC55-23EC-416A-8496-29F5AAF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070" lnSpcReduction="10000"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E3933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Нетерпеливый кратчайший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C4E69457-F5FF-410A-A388-1AC2B06A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191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Идёт к цели по короткому пути. Штрафует клетки рядом с машинами, но не ждёт.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1B9E9BE-20E3-4008-AFDC-EEFE4D6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7145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21988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Осторожный объезд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35B93B5C-D802-4E04-9471-C81E7F7D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71750"/>
            <a:ext cx="4191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Заранее обходит источники машин. Может остановиться и пропустить приближающийся поток.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0E988744-6141-47F5-B555-1109C080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7145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8D62B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Исследователь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DA740FEA-633A-473D-B77A-E5F8F9D4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71750"/>
            <a:ext cx="4191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Предпочитает новые клетки. При угрозе удаляется от машин и может возвращаться по уже пройденным улицам.</a:t>
            </a:r>
          </a:p>
        </p:txBody>
      </p:sp>
    </p:spTree>
    <p:extLst>
      <p:ext uri="{BB962C8B-B14F-4D97-AF65-F5344CB8AC3E}">
        <p14:creationId xmlns:p14="http://schemas.microsoft.com/office/powerpoint/2010/main" val="963080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751C6284-FE64-48F4-8F93-44BFD92A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Улицы Павлодара -&gt; Сетка Дорог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0E77331-9934-4BE5-96F6-7AD9E3D5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9a54c317a43d9"/>
          <a:stretch xmlns:a="http://schemas.openxmlformats.org/drawingml/2006/main"/>
        </p:blipFill>
        <p:spPr>
          <a:xfrm xmlns:a="http://schemas.openxmlformats.org/drawingml/2006/main">
            <a:off x="881063" y="1714500"/>
            <a:ext cx="6096000" cy="6096000"/>
          </a:xfrm>
          <a:prstGeom xmlns:a="http://schemas.openxmlformats.org/drawingml/2006/main" prst="rect">
            <a:avLst/>
          </a:prstGeom>
        </p:spPr>
      </p:pic>
      <p:pic>
        <p:nvPicPr>
          <p:cNvPr id="13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1617e6143429b"/>
          <a:stretch xmlns:a="http://schemas.openxmlformats.org/drawingml/2006/main"/>
        </p:blipFill>
        <p:spPr>
          <a:xfrm xmlns:a="http://schemas.openxmlformats.org/drawingml/2006/main">
            <a:off x="8155270" y="1714500"/>
            <a:ext cx="6025584" cy="6096000"/>
          </a:xfrm>
          <a:prstGeom xmlns:a="http://schemas.openxmlformats.org/drawingml/2006/main" prst="rect">
            <a:avLst/>
          </a:prstGeom>
        </p:spPr>
      </p:pic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972F061A-C571-4711-AA23-A6E0946B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6676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 x 160 клеток: дорога или препятствие</a:t>
            </a:r>
          </a:p>
        </p:txBody>
      </p:sp>
    </p:spTree>
    <p:extLst>
      <p:ext uri="{BB962C8B-B14F-4D97-AF65-F5344CB8AC3E}">
        <p14:creationId xmlns:p14="http://schemas.microsoft.com/office/powerpoint/2010/main" val="645938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293D7B50-5FBB-4AA2-A813-841B0A6B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 старта, одна цель и шесть источников машин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6FCCDA6F-3BAB-44BC-B817-3CA5737B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1f053e6754098"/>
          <a:stretch xmlns:a="http://schemas.openxmlformats.org/drawingml/2006/main"/>
        </p:blipFill>
        <p:spPr>
          <a:xfrm xmlns:a="http://schemas.openxmlformats.org/drawingml/2006/main">
            <a:off x="800100" y="1619250"/>
            <a:ext cx="6477000" cy="647700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4CEFF85-7612-4641-9868-0B335235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1 - (8, 14)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B25CD557-BC25-40A3-9ED9-39A4AAFB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2417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2 - (100, 125)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C782B78-1F35-4179-AE9F-847923A0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528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3 - (154, 9)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0354D9F-97F2-4EAD-9F35-40AEDE47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E3933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 - (24, 159)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E0B0889-9C37-452D-A115-88E26917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57875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Синие Т1-Т6 - точки появления машин.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60AD1EBD-6DBA-488C-B168-C991DB8A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7627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Т1 (7,14) , Т2 (40,16) , Т3 (79,133)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9B9704A-541B-4478-9C06-2A8D11D6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727710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Т4 (89,73) , Т5 (108,140) , Т6 (135,8)</a:t>
            </a:r>
          </a:p>
        </p:txBody>
      </p:sp>
    </p:spTree>
    <p:extLst>
      <p:ext uri="{BB962C8B-B14F-4D97-AF65-F5344CB8AC3E}">
        <p14:creationId xmlns:p14="http://schemas.microsoft.com/office/powerpoint/2010/main" val="1925340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Кратчайший едет без остановок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2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97d3779a64d5a"/>
          <a:stretch xmlns:a="http://schemas.openxmlformats.org/drawingml/2006/main"/>
        </p:blipFill>
        <p:spPr>
          <a:xfrm xmlns:a="http://schemas.openxmlformats.org/drawingml/2006/main">
            <a:off x="805115" y="1619250"/>
            <a:ext cx="7152770" cy="581025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2 -&gt; цель: 182 шага.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 угрозе слегка отклоняется от маршрута.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Ожиданий в этом примере нет.</a:t>
            </a:r>
          </a:p>
        </p:txBody>
      </p:sp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6D53CFD-AD4B-4EC2-8270-45CED70A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Осторожный заранее выбирает объезд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2600EF0F-F0FD-4737-B5D8-F8FEC722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2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21240e353461d"/>
          <a:stretch xmlns:a="http://schemas.openxmlformats.org/drawingml/2006/main"/>
        </p:blipFill>
        <p:spPr>
          <a:xfrm xmlns:a="http://schemas.openxmlformats.org/drawingml/2006/main">
            <a:off x="805115" y="1619250"/>
            <a:ext cx="7152770" cy="581025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741C6FB-1795-4341-B219-39A5F6C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2 -&gt; цель: 228 шагов.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3D58E0B-0D90-4D5A-B824-BF6A4B51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Кратчайший путь без машин: 170 шагов.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227D0D51-CF76-467E-A3AF-6E7EB5C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Маршрут проходит в стороне от источника Т3.</a:t>
            </a:r>
          </a:p>
        </p:txBody>
      </p:sp>
    </p:spTree>
    <p:extLst>
      <p:ext uri="{BB962C8B-B14F-4D97-AF65-F5344CB8AC3E}">
        <p14:creationId xmlns:p14="http://schemas.microsoft.com/office/powerpoint/2010/main" val="1548402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DCEDE91E-C3BF-4231-92C1-598379AA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Осторожный умеет пропустить машины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63CC7C9-3306-44D2-BAD2-65998A1B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2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2ba2fd0f14ca6"/>
          <a:stretch xmlns:a="http://schemas.openxmlformats.org/drawingml/2006/main"/>
        </p:blipFill>
        <p:spPr>
          <a:xfrm xmlns:a="http://schemas.openxmlformats.org/drawingml/2006/main">
            <a:off x="805115" y="1619250"/>
            <a:ext cx="7152770" cy="581025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EF493BE-1DB2-4A24-BDD6-C7377F1D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3 -&gt; цель: 349 шагов.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545CD1E-F413-45F4-A7D0-08820E31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61 шаг ожидания за поездку.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94E40D76-EC80-4AEE-A3C2-4BEC8AF4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Самая длинная остановка: 39 шагов.</a:t>
            </a:r>
          </a:p>
        </p:txBody>
      </p:sp>
    </p:spTree>
    <p:extLst>
      <p:ext uri="{BB962C8B-B14F-4D97-AF65-F5344CB8AC3E}">
        <p14:creationId xmlns:p14="http://schemas.microsoft.com/office/powerpoint/2010/main" val="2107260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19700C7-FC41-435B-863C-1454DCF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Исследователь изучает больше улиц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87AF3F2-9F9D-479D-84B6-A1721404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2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3d2534c5b466b"/>
          <a:stretch xmlns:a="http://schemas.openxmlformats.org/drawingml/2006/main"/>
        </p:blipFill>
        <p:spPr>
          <a:xfrm xmlns:a="http://schemas.openxmlformats.org/drawingml/2006/main">
            <a:off x="805115" y="1619250"/>
            <a:ext cx="7152770" cy="581025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8DD4DC55-C2AA-4A51-BB9B-F581E03D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2 -&gt; цель: 1172 шага.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BB78DE40-1F99-4A60-8CE0-7926C3B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Посетил 654 разные клетки.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AB12444C-6E3E-4B17-82A0-56B7E211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 опасности отходит от машины.</a:t>
            </a:r>
          </a:p>
        </p:txBody>
      </p:sp>
    </p:spTree>
    <p:extLst>
      <p:ext uri="{BB962C8B-B14F-4D97-AF65-F5344CB8AC3E}">
        <p14:creationId xmlns:p14="http://schemas.microsoft.com/office/powerpoint/2010/main" val="1209364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D964065-C230-4FE1-BE5D-27A89E2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Авария остаётся возможной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6DF7041-6CCC-4C35-9585-2562EBD8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12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93bbdbce644ab"/>
          <a:stretch xmlns:a="http://schemas.openxmlformats.org/drawingml/2006/main"/>
        </p:blipFill>
        <p:spPr>
          <a:xfrm xmlns:a="http://schemas.openxmlformats.org/drawingml/2006/main">
            <a:off x="805115" y="1619250"/>
            <a:ext cx="7152770" cy="581025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E57D99-7127-4A29-BBF3-FFF3241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1: авария на шаге 82.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E832F03-B1E0-4851-B01F-036526F0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Кратчайший не останавливался.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B402864-26B9-407C-B502-B30D248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Успешный пример не означает гарантию доставки.</a:t>
            </a:r>
          </a:p>
        </p:txBody>
      </p:sp>
    </p:spTree>
    <p:extLst>
      <p:ext uri="{BB962C8B-B14F-4D97-AF65-F5344CB8AC3E}">
        <p14:creationId xmlns:p14="http://schemas.microsoft.com/office/powerpoint/2010/main" val="1086062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D964065-C230-4FE1-BE5D-27A89E2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Осторожный тоже может попасть в аварию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6DF7041-6CCC-4C35-9585-2562EBD8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E57D99-7127-4A29-BBF3-FFF3241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1: авария на шаге 85.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E832F03-B1E0-4851-B01F-036526F0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Курьер ждал 47 шагов.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B402864-26B9-407C-B502-B30D248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Ожидание не гарантирует доставку.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5845027b542e7"/>
          <a:stretch xmlns:a="http://schemas.openxmlformats.org/drawingml/2006/main"/>
        </p:blipFill>
        <p:spPr>
          <a:xfrm xmlns:a="http://schemas.openxmlformats.org/drawingml/2006/main">
            <a:off x="805115" y="1620775"/>
            <a:ext cx="7152770" cy="58071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62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D964065-C230-4FE1-BE5D-27A89E2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Исследователь может потерпеть аварию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6DF7041-6CCC-4C35-9585-2562EBD8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E57D99-7127-4A29-BBF3-FFF3241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3: авария на шаге 992.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E832F03-B1E0-4851-B01F-036526F0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Посетил 599 разных клеток.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DB402864-26B9-407C-B502-B30D2486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Попытки уйти от машин видны в GIF.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cbc97264f4c64"/>
          <a:stretch xmlns:a="http://schemas.openxmlformats.org/drawingml/2006/main"/>
        </p:blipFill>
        <p:spPr>
          <a:xfrm xmlns:a="http://schemas.openxmlformats.org/drawingml/2006/main">
            <a:off x="805115" y="1619250"/>
            <a:ext cx="7152770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62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6A29E5F1-CBBB-4E77-B935-1E336184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Всего проведено 18 000 поездок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B1603F8-419F-4D35-9405-2B1483E9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B4E539CB-697B-4CF4-A9E8-F0CC4DC6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1362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старта * 3 стратегии * 4 значения p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E71DD51-91CF-4565-BE07-DA609477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1362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* 5 seed * 100 поездок = 18 000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E8DC0CC-ACBD-4812-ACE4-8CCE2742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362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каждого сочетания условий </a:t>
            </a: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- </a:t>
            </a: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500 поездок: 5 seed по 100.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DDB9A36-4075-4EAB-A854-06962E24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43500"/>
            <a:ext cx="1362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Успех: доставок / всех поездок.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F7FD2BB-7B48-404F-8D2C-D94A4CE5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1362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Шаги доставки: среднее только среди успешных поездок.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A55073E5-712C-4F0A-A17B-525C21A3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0"/>
            <a:ext cx="1362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Диаграмма размаха: по одному результату для каждого seed.</a:t>
            </a:r>
          </a:p>
        </p:txBody>
      </p:sp>
    </p:spTree>
    <p:extLst>
      <p:ext uri="{BB962C8B-B14F-4D97-AF65-F5344CB8AC3E}">
        <p14:creationId xmlns:p14="http://schemas.microsoft.com/office/powerpoint/2010/main" val="17387358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43699D6-3482-443F-9C70-B2883E3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Осторожный сохраняет 100 % доставок: старт 2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0CA78DC5-639B-4FBA-B99F-D8398A08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da7a602b84998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244309F-1542-4371-8EC7-3AFCCC7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Осторожный доставил все 500 заказов при p = 0,05 со старта 2.</a:t>
            </a:r>
          </a:p>
        </p:txBody>
      </p:sp>
    </p:spTree>
    <p:extLst>
      <p:ext uri="{BB962C8B-B14F-4D97-AF65-F5344CB8AC3E}">
        <p14:creationId xmlns:p14="http://schemas.microsoft.com/office/powerpoint/2010/main" val="6041369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6E46343-292E-4937-B4E0-C28C6DF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Число шагов зависит от стратегии и трафика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C6242D92-AA10-4B3B-ABCA-D81DB7A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69dedfb3541ad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AC8A3AB-0BF7-4BFC-83B3-CE0FB2E9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Меньше шагов - быстрее доставка. Аварийные поездки здесь не учитываются.</a:t>
            </a:r>
          </a:p>
        </p:txBody>
      </p:sp>
    </p:spTree>
    <p:extLst>
      <p:ext uri="{BB962C8B-B14F-4D97-AF65-F5344CB8AC3E}">
        <p14:creationId xmlns:p14="http://schemas.microsoft.com/office/powerpoint/2010/main" val="285371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FF032B7-F849-4F48-9C72-572BAE35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Пять seed показывают разброс вероятности успеха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B4516901-09F9-4E07-AB82-3403417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57b0b2c464f3c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35427C4-1C21-4C04-B982-1A9DB5B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Каждый цветной ящик построен по пяти значениям: по 100 поездок на seed.</a:t>
            </a:r>
          </a:p>
        </p:txBody>
      </p:sp>
    </p:spTree>
    <p:extLst>
      <p:ext uri="{BB962C8B-B14F-4D97-AF65-F5344CB8AC3E}">
        <p14:creationId xmlns:p14="http://schemas.microsoft.com/office/powerpoint/2010/main" val="20516514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526D1AE9-E234-4855-A74F-D98D2DA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Время доставки также меняется между seed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DFB41F6-B57B-4558-B5B0-B9C9459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823959cac4a5f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CE9CBF3-B1F5-4520-97FB-7F6E9BC6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Показаны шаги только успешных доставок.</a:t>
            </a:r>
          </a:p>
        </p:txBody>
      </p:sp>
    </p:spTree>
    <p:extLst>
      <p:ext uri="{BB962C8B-B14F-4D97-AF65-F5344CB8AC3E}">
        <p14:creationId xmlns:p14="http://schemas.microsoft.com/office/powerpoint/2010/main" val="12455493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43699D6-3482-443F-9C70-B2883E3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Доля доставок: старт 1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0CA78DC5-639B-4FBA-B99F-D8398A08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244309F-1542-4371-8EC7-3AFCCC7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Каждая точка объединяет 500 поездок.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8134cb9114b8a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369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6E46343-292E-4937-B4E0-C28C6DF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Шаги успешной доставки: старт 1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C6242D92-AA10-4B3B-ABCA-D81DB7A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AC8A3AB-0BF7-4BFC-83B3-CE0FB2E9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Среднее число шагов только по успешным поездкам.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1a7d14e454eb6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13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FF032B7-F849-4F48-9C72-572BAE35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Разброс доли доставок: старт 1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B4516901-09F9-4E07-AB82-3403417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35427C4-1C21-4C04-B982-1A9DB5B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Пять значений: по одной доле доставок для каждого seed.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36f7a9ac642f5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514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526D1AE9-E234-4855-A74F-D98D2DA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Разброс числа шагов: старт 1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DFB41F6-B57B-4558-B5B0-B9C9459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CE9CBF3-B1F5-4520-97FB-7F6E9BC6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Пять значений: по одному среднему числу шагов для каждого seed.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e27d7731641e0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493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43699D6-3482-443F-9C70-B2883E37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Доля доставок: старт 3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0CA78DC5-639B-4FBA-B99F-D8398A08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244309F-1542-4371-8EC7-3AFCCC7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Каждая точка объединяет 500 поездок.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ed056f5d34164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369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D6E46343-292E-4937-B4E0-C28C6DF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Шаги успешной доставки: старт 3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C6242D92-AA10-4B3B-ABCA-D81DB7A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AC8A3AB-0BF7-4BFC-83B3-CE0FB2E9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Среднее число шагов только по успешным поездкам.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15f4d1dd84ec5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13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FF032B7-F849-4F48-9C72-572BAE35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Разброс доли доставок: старт 3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B4516901-09F9-4E07-AB82-3403417F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35427C4-1C21-4C04-B982-1A9DB5B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Пять значений: по одной доле доставок для каждого seed.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7988d45a244af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514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526D1AE9-E234-4855-A74F-D98D2DA0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Разброс числа шагов: старт 3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DFB41F6-B57B-4558-B5B0-B9C9459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9CE9CBF3-B1F5-4520-97FB-7F6E9BC6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62875"/>
            <a:ext cx="1309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Пять значений: по одному среднему числу шагов для каждого seed.</a:t>
            </a:r>
          </a:p>
        </p:txBody>
      </p:sp>
      <p:pic>
        <p:nvPicPr>
          <p:cNvPr id="10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00ebc3cb0a4017"/>
          <a:stretch xmlns:a="http://schemas.openxmlformats.org/drawingml/2006/main"/>
        </p:blipFill>
        <p:spPr>
          <a:xfrm xmlns:a="http://schemas.openxmlformats.org/drawingml/2006/main">
            <a:off x="1328738" y="1476375"/>
            <a:ext cx="12573000" cy="628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493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1: маршрут исследователя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1, эпизод 211,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Предпочитает новые клетки и отступает от машин.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9b0708b23429e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1: маршрут кратчайшего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1, эпизод 211,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Едет к цели с поправкой на близость машин.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63731f4ec41e9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1: маршрут осторожного объезда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1, эпизод 211,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Обходит источники и при угрозе может ждать.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768757f004f09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2: маршрут исследователя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2, эпизод 97,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Предпочитает новые клетки и отступает от машин.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5d694513949d1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2: маршрут кратчайшего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2, эпизод 97,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Едет к цели с поправкой на близость машин.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fea8fb1594805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2: маршрут осторожного объезда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2, эпизод 97,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Обходит источники и при угрозе может ждать.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06ba3d3154479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3: маршрут исследователя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3, эпизод 47,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Предпочитает новые клетки и отступает от машин.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c5c48ac3247fa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3: маршрут кратчайшего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3, эпизод 47,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Едет к цели с поправкой на близость машин.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db09febcc4a4e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CDD6FAE5-C7A3-444B-9401-C1A1CB5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3: маршрут осторожного объезда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3E4FEF9-3E35-47F7-AA9E-AEA33C9B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B7F3C1AE-79EF-49F1-A4C8-EADDC88D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Старт 3, эпизод 47, p = 0,02.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A8717F42-7EAF-460C-9525-8560817E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337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Исход и число шагов показаны на карте.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1ED5D1BE-913A-4A28-BD64-9CA59B0C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29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Обходит источники и при угрозе может ждать.</a:t>
            </a:r>
          </a:p>
        </p:txBody>
      </p:sp>
      <p:pic>
        <p:nvPicPr>
          <p:cNvPr id="1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91bc92d2c4af4"/>
          <a:stretch xmlns:a="http://schemas.openxmlformats.org/drawingml/2006/main"/>
        </p:blipFill>
        <p:spPr>
          <a:xfrm xmlns:a="http://schemas.openxmlformats.org/drawingml/2006/main">
            <a:off x="2005929" y="1619250"/>
            <a:ext cx="4751141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684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6D7DA84-FA40-42EE-A53E-6AA0297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Доля доставок при p = 0,02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1B7E04D-D4FD-4C0C-B65A-EABD996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9EFD03A-EAB9-41AA-AA34-86903E86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500 поездок для каждой стратегии и стартовой клетки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4A8CEB7-9B69-45B8-9D90-3D24A74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3342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 p = 0,02 осторожный объезд доставил 100 % поездок со стартов 2 и 3.</a:t>
            </a:r>
          </a:p>
        </p:txBody>
      </p:sp>
      <p:pic>
        <p:nvPicPr>
          <p:cNvPr id="27" name="Рисунок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ecff8b7ec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538635"/>
            <a:ext cx="12184572" cy="39764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828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6D7DA84-FA40-42EE-A53E-6AA0297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Результаты при p = 0: все три старта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1B7E04D-D4FD-4C0C-B65A-EABD996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9EFD03A-EAB9-41AA-AA34-86903E86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 500 поездок на каждую стратегию и стартовую клетку.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4A8CEB7-9B69-45B8-9D90-3D24A74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3342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Шаги при успехе - среднее только среди доставленных грузов.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252703cc24655"/>
          <a:stretch xmlns:a="http://schemas.openxmlformats.org/drawingml/2006/main"/>
        </p:blipFill>
        <p:spPr>
          <a:xfrm xmlns:a="http://schemas.openxmlformats.org/drawingml/2006/main">
            <a:off x="1500528" y="2381250"/>
            <a:ext cx="11991295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82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6D7DA84-FA40-42EE-A53E-6AA0297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Результаты при p = 0,005: все три старта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1B7E04D-D4FD-4C0C-B65A-EABD996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9EFD03A-EAB9-41AA-AA34-86903E86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 500 поездок на каждую стратегию и стартовую клетку.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4A8CEB7-9B69-45B8-9D90-3D24A74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3342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Шаги при успехе - среднее только среди доставленных грузов.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814d2df884585"/>
          <a:stretch xmlns:a="http://schemas.openxmlformats.org/drawingml/2006/main"/>
        </p:blipFill>
        <p:spPr>
          <a:xfrm xmlns:a="http://schemas.openxmlformats.org/drawingml/2006/main">
            <a:off x="1500528" y="2381250"/>
            <a:ext cx="11991295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82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6D7DA84-FA40-42EE-A53E-6AA0297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Результаты при p = 0,02: все три старта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1B7E04D-D4FD-4C0C-B65A-EABD996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9EFD03A-EAB9-41AA-AA34-86903E86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 500 поездок на каждую стратегию и стартовую клетку.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4A8CEB7-9B69-45B8-9D90-3D24A74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3342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Шаги при успехе - среднее только среди доставленных грузов.</a:t>
            </a:r>
          </a:p>
        </p:txBody>
      </p:sp>
      <p:pic>
        <p:nvPicPr>
          <p:cNvPr id="27" name="Рисунок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3fdd3bd354ce4"/>
          <a:stretch xmlns:a="http://schemas.openxmlformats.org/drawingml/2006/main"/>
        </p:blipFill>
        <p:spPr>
          <a:xfrm xmlns:a="http://schemas.openxmlformats.org/drawingml/2006/main">
            <a:off x="1500528" y="2381250"/>
            <a:ext cx="11991295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82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D6D7DA84-FA40-42EE-A53E-6AA0297A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Результаты при p = 0,05: все три старта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1B7E04D-D4FD-4C0C-B65A-EABD9963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E9EFD03A-EAB9-41AA-AA34-86903E86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57325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 500 поездок на каждую стратегию и стартовую клетку.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74A8CEB7-9B69-45B8-9D90-3D24A74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3342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Шаги при успехе - среднее только среди доставленных грузов.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a75cc520c46bc"/>
          <a:stretch xmlns:a="http://schemas.openxmlformats.org/drawingml/2006/main"/>
        </p:blipFill>
        <p:spPr>
          <a:xfrm xmlns:a="http://schemas.openxmlformats.org/drawingml/2006/main">
            <a:off x="1500528" y="2381250"/>
            <a:ext cx="11991295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582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7A076951-6818-4084-B324-70DB7A46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381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Выводы</a:t>
            </a: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5496DD49-6EF7-42C0-B538-29D46EA2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80391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768B8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F02A12E5-E127-4BC8-983E-85DAC4A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86125"/>
            <a:ext cx="1362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Нетерпеливый кратчайший движется к цели и отклоняется при опасности.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449368E5-230D-46EF-B869-117C709E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76725"/>
            <a:ext cx="1362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Осторожный объезд выбирает путь с учётом источников и может ждать.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BAFD03AE-CFF0-40A0-91E4-93E4C6B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67325"/>
            <a:ext cx="1362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Долгое исследование увеличивает время контакта с трафиком; ожидание тоже не гарантирует безопасность.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8A1CDD47-080C-468C-B7DC-5F4136D8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19875"/>
            <a:ext cx="1352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оценки нужны и доля доставок, и затраченное время.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F02A12E5-E127-4BC8-983E-85DAC4AF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362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425B6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Исследователь проверяет больше участков и тратит больше шагов.</a:t>
            </a:r>
          </a:p>
        </p:txBody>
      </p:sp>
    </p:spTree>
    <p:extLst>
      <p:ext uri="{BB962C8B-B14F-4D97-AF65-F5344CB8AC3E}">
        <p14:creationId xmlns:p14="http://schemas.microsoft.com/office/powerpoint/2010/main" val="280917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2026-09-30T06:59:07.1210000Z</dcterms:created>
  <dcterms:modified xsi:type="dcterms:W3CDTF">2026-09-30T06:59:07.1210000Z</dcterms:modified>
</coreProperties>
</file>